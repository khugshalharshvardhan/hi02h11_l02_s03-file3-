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B3D8C"/>
                </a:solidFill>
              </a:rPr>
              <a:t>HI02H11_L02_S03 · मात्राओं की रेल (ए / ऐ) — revised build</a:t>
            </a:r>
          </a:p>
          <a:p>
            <a:pPr algn="ctr"/>
            <a:r>
              <a:rPr sz="1800">
                <a:solidFill>
                  <a:srgbClr val="5A6678"/>
                </a:solidFill>
              </a:rPr>
              <a:t>Page-by-page review · 18 pages</a:t>
            </a:r>
          </a:p>
          <a:p>
            <a:pPr algn="ctr"/>
            <a:r>
              <a:rPr sz="1200">
                <a:solidFill>
                  <a:srgbClr val="5A6678"/>
                </a:solidFill>
              </a:rPr>
              <a:t>reviewing build da1e32bed502  (HI02H11_L02_S03.html)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 · 01_landing.png</a:t>
            </a:r>
          </a:p>
        </p:txBody>
      </p:sp>
      <p:pic>
        <p:nvPicPr>
          <p:cNvPr id="3" name="Picture 2" descr="01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34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1 · Landing. Train enters right→left with whistle + smoke; title forms on the cloud; bogies «“ए” (◌े)» «“ऐ” (◌ै)» pop in after the VO «हेलो दोस्त! मैं हूँ स्विफ्टी…». (Deck note “first show ु, then ू” read as े then ै.)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2 · 02_teach.png</a:t>
            </a:r>
          </a:p>
        </p:txBody>
      </p:sp>
      <p:pic>
        <p:nvPicPr>
          <p:cNvPr id="3" name="Picture 2" descr="02_te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34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2 · Heading kept. ए → ◌े then ऐ → ◌ै, one pair active at a time; matra glows on «इसकी मात्रा देखिए». आगे unlocks after both pairs.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3 · 03_teach.png</a:t>
            </a:r>
          </a:p>
        </p:txBody>
      </p:sp>
      <p:pic>
        <p:nvPicPr>
          <p:cNvPr id="3" name="Picture 2" descr="03_te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34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3 · सब (three children in one soft outline; group glows on «ये सब बच्चे हैं») → स + ◌े = से → सेब + apple. Only े highlighted. Sounds स, से, सेब.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4 · 04_teach.png</a:t>
            </a:r>
          </a:p>
        </p:txBody>
      </p:sp>
      <p:pic>
        <p:nvPicPr>
          <p:cNvPr id="3" name="Picture 2" descr="04_te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34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4 · Heading kept. मेज़ then पेड़, one at a time: word → picture on «बोलकर देखिए» → े lights on «इसमें…». Nukta untouched.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5 · 05_teach.png</a:t>
            </a:r>
          </a:p>
        </p:txBody>
      </p:sp>
      <p:pic>
        <p:nvPicPr>
          <p:cNvPr id="3" name="Picture 2" descr="05_te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34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5 · पर (book on table; glows on «मेज़ पर किताब रखी है») → प + ◌ै = पै → पैर + foot (now shows toes + ankle).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6 · 06_teach.png</a:t>
            </a:r>
          </a:p>
        </p:txBody>
      </p:sp>
      <p:pic>
        <p:nvPicPr>
          <p:cNvPr id="3" name="Picture 2" descr="06_te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34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6 · बैल then भैंस. Both ै strokes highlighted; the ं in भैंस stays navy.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7 · 07_TRAIN_TAP.png</a:t>
            </a:r>
          </a:p>
        </p:txBody>
      </p:sp>
      <p:pic>
        <p:nvPicPr>
          <p:cNvPr id="3" name="Picture 2" descr="07_TRAIN_T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3158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7 · ए: सेब पैर बैल (shuffled each visit). H1 shake+VO · H2 reads all three, matras stay lit · H3 सेब glows, hand, others locked. Correct = confetti + े lit. ⚑ Train departs on its own (S01 flow) instead of an आगे button.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8 · 08_TRAIN_TAP.png</a:t>
            </a:r>
          </a:p>
        </p:txBody>
      </p:sp>
      <p:pic>
        <p:nvPicPr>
          <p:cNvPr id="3" name="Picture 2" descr="08_TRAIN_T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3158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8 · ऐ: पेड़ रेल बैग → बैग. Same ladder.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9 · 09_TRAIN_TAP.png</a:t>
            </a:r>
          </a:p>
        </p:txBody>
      </p:sp>
      <p:pic>
        <p:nvPicPr>
          <p:cNvPr id="3" name="Picture 2" descr="09_TRAIN_T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3158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9 · ऐ: मेज़ पैन सेब (रेल replaced by सेब) → पैन. Same ladder.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10 · 10_TRAIN_SORT.png</a:t>
            </a:r>
          </a:p>
        </p:txBody>
      </p:sp>
      <p:pic>
        <p:nvPicPr>
          <p:cNvPr id="3" name="Picture 2" descr="10_TRAIN_S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3158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Drag demo (kept from S01's flow, not in this deck): the hand shows सेब → ए and पैर → ऐ, then the train leaves.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11 · 11_TRAIN_SORT.png</a:t>
            </a:r>
          </a:p>
        </p:txBody>
      </p:sp>
      <p:pic>
        <p:nvPicPr>
          <p:cNvPr id="3" name="Picture 2" descr="11_TRAIN_S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3158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10 · शेर बेर थैला पैसा into ए / ऐ, two per coach. Each word read before play. Per-card hints; H3 freezes the other cards.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12 · 12_TRAIN_SORT.png</a:t>
            </a:r>
          </a:p>
        </p:txBody>
      </p:sp>
      <p:pic>
        <p:nvPicPr>
          <p:cNvPr id="3" name="Picture 2" descr="12_TRAIN_S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3158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11 · ◌े ◌ै into ए / ऐ. No name on pick-up; H2 enlarges the card + matra red (silent) + «मात्रा का आकार ध्यान से देखिए…».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13 · 13_MATRA_FILL.png</a:t>
            </a:r>
          </a:p>
        </p:txBody>
      </p:sp>
      <p:pic>
        <p:nvPicPr>
          <p:cNvPr id="3" name="Picture 2" descr="13_MATRA_F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3158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12 · Apple/foot/table over _ब _र _ज़; options से बै मे बे पै (रे removed). Tap = akshar sound. H2 = that akshar enlarged + read; H3 = correct akshar + blank glow, rest locked. ⚑ No hand on H3 (pending Ankita).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14 · 14_TRAIN_SORT.png</a:t>
            </a:r>
          </a:p>
        </p:txBody>
      </p:sp>
      <p:pic>
        <p:nvPicPr>
          <p:cNvPr id="3" name="Picture 2" descr="14_TRAIN_S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3158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13 · Pictures only: पैन मेज़ शेर बैग. H1 replays the name; H2 shows the word under the picture with its matra lit until placed; H3 glow + lock (no hand, pending).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15 · 15_SENTENCE_COMPLETE.png</a:t>
            </a:r>
          </a:p>
        </p:txBody>
      </p:sp>
      <p:pic>
        <p:nvPicPr>
          <p:cNvPr id="3" name="Picture 2" descr="15_SENTENCE_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3158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17 (now first sentence) · मैं ___ से लिखता हूँ। H2 previews each option in the blank and spotlights the pen. Correct → sentence completes, आगे unlocks.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16 · 16_SENTENCE_COMPLETE.png</a:t>
            </a:r>
          </a:p>
        </p:txBody>
      </p:sp>
      <p:pic>
        <p:nvPicPr>
          <p:cNvPr id="3" name="Picture 2" descr="16_SENTENCE_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3158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14 · बगीचे में एक बड़ा ___ है। H2 spotlights the tree.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17 · 17_SENTENCE_COMPLETE.png</a:t>
            </a:r>
          </a:p>
        </p:txBody>
      </p:sp>
      <p:pic>
        <p:nvPicPr>
          <p:cNvPr id="3" name="Picture 2" descr="17_SENTENCE_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3158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16 · मुझे ___ खाना अच्छा लगता है। H2 spotlights the apple.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18 · 18_CELEBRATION.png</a:t>
            </a:r>
          </a:p>
        </p:txBody>
      </p:sp>
      <p:pic>
        <p:nvPicPr>
          <p:cNvPr id="3" name="Picture 2" descr="18_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3158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18 · Celebration — unchanged (S01's lip-synced Swiftie).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reviewing build da1e32bed502  (HI02H11_L02_S03.html)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